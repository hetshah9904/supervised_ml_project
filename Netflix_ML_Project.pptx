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Netflix ML Project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Linear Regression Results and Exploratory 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Actual vs Predicted IMDB Scores</a:t>
            </a:r>
          </a:p>
        </p:txBody>
      </p:sp>
      <p:pic>
        <p:nvPicPr>
          <p:cNvPr id="3" name="Picture 2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Distribution</a:t>
            </a:r>
          </a:p>
        </p:txBody>
      </p:sp>
      <p:pic>
        <p:nvPicPr>
          <p:cNvPr id="3" name="Picture 2" descr="erro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Heatmap</a:t>
            </a:r>
          </a:p>
        </p:txBody>
      </p:sp>
      <p:pic>
        <p:nvPicPr>
          <p:cNvPr id="3" name="Picture 2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Pairplot of Features based on Content Type</a:t>
            </a:r>
          </a:p>
        </p:txBody>
      </p:sp>
      <p:pic>
        <p:nvPicPr>
          <p:cNvPr id="3" name="Picture 2" descr="netflix_pair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70230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